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74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Strategy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AI Agents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Designing conversational, episodic, and semantic memory for sequential, parallel, and ReAct agent patterns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1097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</a:rPr>
              <a:t>User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</a:rPr>
              <a:t>Query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0" y="3429000"/>
            <a:ext cx="137160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Reasoning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LLM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09160" y="2907792"/>
            <a:ext cx="1234440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Memory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3913632"/>
            <a:ext cx="1234440" cy="530352"/>
          </a:xfrm>
          <a:prstGeom prst="rect">
            <a:avLst/>
          </a:prstGeom>
          <a:solidFill>
            <a:srgbClr val="FDE68A"/>
          </a:solidFill>
          <a:ln w="1270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3429000"/>
            <a:ext cx="105156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Plan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75320" y="3429000"/>
            <a:ext cx="109728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6CB0"/>
                </a:solidFill>
              </a:rPr>
              <a:t>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3794760"/>
            <a:ext cx="1234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</a:rPr>
              <a:t>Answer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</a:rPr>
              <a:t>Draft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0" y="4050792"/>
            <a:ext cx="658368" cy="0"/>
          </a:xfrm>
          <a:prstGeom prst="line">
            <a:avLst/>
          </a:prstGeom>
          <a:noFill/>
          <a:ln w="19050">
            <a:solidFill>
              <a:srgbClr val="2B6C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60520" y="3794760"/>
            <a:ext cx="457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60520" y="3794760"/>
            <a:ext cx="457200" cy="38404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3182112"/>
            <a:ext cx="457200" cy="49377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5240" y="3694176"/>
            <a:ext cx="548640" cy="0"/>
          </a:xfrm>
          <a:prstGeom prst="line">
            <a:avLst/>
          </a:prstGeom>
          <a:noFill/>
          <a:ln w="19050">
            <a:solidFill>
              <a:srgbClr val="2B6C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418320" y="3694176"/>
            <a:ext cx="566928" cy="356616"/>
          </a:xfrm>
          <a:prstGeom prst="line">
            <a:avLst/>
          </a:prstGeom>
          <a:noFill/>
          <a:ln w="19050">
            <a:solidFill>
              <a:srgbClr val="2B6C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92440" y="4251960"/>
            <a:ext cx="1325880" cy="777240"/>
          </a:xfrm>
          <a:prstGeom prst="arc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0" y="5074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feedback updates memory + plan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31520" y="58064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1F33"/>
                </a:solidFill>
              </a:rPr>
              <a:t>Core message: agent memory is not one store — it is a strategy for what to remember, where to store it, when to retrieve it, and how to evaluate it.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memory matters in agentic workflows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illustrated agent loop becomes operational only when memory is explicit and governed.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1828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</a:rPr>
              <a:t>Prompt-only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</a:rPr>
              <a:t>interaction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71800" y="1554480"/>
            <a:ext cx="18288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6CB0"/>
                </a:solidFill>
              </a:rPr>
              <a:t>Fixed AI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6CB0"/>
                </a:solidFill>
              </a:rPr>
              <a:t>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57800" y="1554480"/>
            <a:ext cx="182880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Agentic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workflow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43800" y="1554480"/>
            <a:ext cx="19659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</a:rPr>
              <a:t>Multi-agent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</a:rPr>
              <a:t>platform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06040" y="1883664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883664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78040" y="1883664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low memory demand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017520" y="2331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repeatable context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303520" y="2331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state + evidence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54380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governed shared memory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85800" y="30632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Memory changes the operating model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355848"/>
            <a:ext cx="4754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46634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From “answer the prompt” to “maintain state across steps.”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From one-off tool calls to evidence bundles and audit traces.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From individual agents to shared memory contracts across agents.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From raw history to curated memories that improve future decisions.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Design implication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355848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3566160"/>
            <a:ext cx="45262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For enterprise agents, memory must be typed, scoped, versioned, and evaluated. The system should know which memory is safe to retrieve, safe to write, and safe to show to a human reviewer.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5074920"/>
            <a:ext cx="685800" cy="25603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typed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269480" y="5074920"/>
            <a:ext cx="804672" cy="25603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scoped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83880" y="5074920"/>
            <a:ext cx="960120" cy="25603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versioned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235440" y="5074920"/>
            <a:ext cx="960120" cy="25603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taxonomy for agents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practical enterprise view: separate short-term state, history, learned experience, knowledge, and audit.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55448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6CB0"/>
                </a:solidFill>
              </a:rPr>
              <a:t>Working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6CB0"/>
                </a:solidFill>
              </a:rPr>
              <a:t>Session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Current run state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variables, tool results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1554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ADK session /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state object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B6CB0"/>
                </a:solidFill>
              </a:rPr>
              <a:t>minutes–hours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2487168" y="1325880"/>
            <a:ext cx="1554480" cy="56692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</a:rPr>
              <a:t>Conversation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</a:rPr>
              <a:t>History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87168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Messages, user turns,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assistant drafts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87168" y="2880360"/>
            <a:ext cx="1554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Database / log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store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487168" y="356616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F766E"/>
                </a:solidFill>
              </a:rPr>
              <a:t>days–years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471416" y="1325880"/>
            <a:ext cx="1554480" cy="56692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</a:rPr>
              <a:t>Episodic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</a:rPr>
              <a:t>Memory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71416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Events, actions,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outcomes, feedback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71416" y="2880360"/>
            <a:ext cx="1554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Event store /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case store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471416" y="356616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C3AED"/>
                </a:solidFill>
              </a:rPr>
              <a:t>weeks–years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455664" y="1325880"/>
            <a:ext cx="155448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Semantic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</a:rPr>
              <a:t>Memory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55664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Policies, SOPs,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knowledge chunks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55664" y="2880360"/>
            <a:ext cx="1554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Vector DB /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RAG index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6455664" y="356616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6A34A"/>
                </a:solidFill>
              </a:rPr>
              <a:t>months–years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439912" y="1325880"/>
            <a:ext cx="155448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Procedural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Memory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39912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Prompts, templates,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workflow rules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439912" y="2880360"/>
            <a:ext cx="1554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YAML / config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registry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439912" y="356616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D97706"/>
                </a:solidFill>
              </a:rPr>
              <a:t>versioned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0424160" y="1325880"/>
            <a:ext cx="1554480" cy="5669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748B"/>
                </a:solidFill>
              </a:rPr>
              <a:t>Audit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4748B"/>
                </a:solidFill>
              </a:rPr>
              <a:t>Memory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42416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What happened, who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approved, evidence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424160" y="2880360"/>
            <a:ext cx="1554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Immutable logs /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observability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0424160" y="356616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4748B"/>
                </a:solidFill>
              </a:rPr>
              <a:t>retention-led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85800" y="4434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MemoryBank pattern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4727448"/>
            <a:ext cx="3383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4828032"/>
            <a:ext cx="37490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A “MemoryBank” is a curated layer above raw storage: it summarizes, tags, scores, and expires memory so the agent retrieves useful context, not every historical token.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5623560" y="4434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Recommended rule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23560" y="4727448"/>
            <a:ext cx="5120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0" y="4828032"/>
            <a:ext cx="53035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Do not store everything in a vector database. Use the right store for the right memory: state in session, facts in databases, knowledge in vectors, events in event store, and governance in audit logs.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memory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Memory sits between the agent runtime, tool evidence, and control plane.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92024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6CB0"/>
                </a:solidFill>
              </a:rPr>
              <a:t>Agent Runtime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6CB0"/>
                </a:solidFill>
              </a:rPr>
              <a:t>Sequential • Parallel • ReAct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46120" y="1965960"/>
            <a:ext cx="150876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</a:rPr>
              <a:t>Memory Router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</a:rPr>
              <a:t>read/write policy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49240" y="1170432"/>
            <a:ext cx="1143000" cy="4114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1737360"/>
            <a:ext cx="2011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Session State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current run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074920" y="2267712"/>
            <a:ext cx="20116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Conversation DB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message history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5074920" y="2798064"/>
            <a:ext cx="2011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Event Store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episodic outcomes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5074920" y="3328416"/>
            <a:ext cx="20116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Vector DB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semantic RAG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074920" y="3858768"/>
            <a:ext cx="2011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Config Registry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procedural rules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5074920" y="4389120"/>
            <a:ext cx="20116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Audit Log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0B1F33"/>
                </a:solidFill>
              </a:rPr>
              <a:t>control evidence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909560" y="2011680"/>
            <a:ext cx="205740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D97706"/>
                </a:solidFill>
              </a:rPr>
              <a:t>Control Plane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D97706"/>
                </a:solidFill>
              </a:rPr>
              <a:t>evals • policy • observability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0287000" y="2011680"/>
            <a:ext cx="141732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766E"/>
                </a:solidFill>
              </a:rPr>
              <a:t>Human Review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F766E"/>
                </a:solidFill>
              </a:rPr>
              <a:t>approve • edit • reject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2697480" y="2423160"/>
            <a:ext cx="457200" cy="0"/>
          </a:xfrm>
          <a:prstGeom prst="line">
            <a:avLst/>
          </a:prstGeom>
          <a:noFill/>
          <a:ln w="19050">
            <a:solidFill>
              <a:srgbClr val="2B6C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423160"/>
            <a:ext cx="21031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59752" y="2423160"/>
            <a:ext cx="658368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40112" y="2423160"/>
            <a:ext cx="155448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5257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</a:rPr>
              <a:t>Read path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550408"/>
            <a:ext cx="2926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623560"/>
            <a:ext cx="32004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</a:rPr>
              <a:t>Retrieve scoped context before each decision: current state, relevant prior events, semantic knowledge, and policy rules.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4526280" y="5257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</a:rPr>
              <a:t>Write path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5550408"/>
            <a:ext cx="2926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5623560"/>
            <a:ext cx="32004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</a:rPr>
              <a:t>Write only curated memories: evidence bundle, decision, outcome, user feedback, approval result, and exceptions.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8229600" y="5257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</a:rPr>
              <a:t>Guard path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0" y="5550408"/>
            <a:ext cx="2834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75320" y="5623560"/>
            <a:ext cx="31089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</a:rPr>
              <a:t>Evaluate what was retrieved and written: factuality, leakage, relevance, staleness, and audit completeness.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strategy: choose the store by memory 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simple plot to avoid “put everything in the vector DB.”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14400" y="5303520"/>
            <a:ext cx="9692640" cy="0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5303520"/>
            <a:ext cx="0" cy="0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0" y="54864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B1F33"/>
                </a:solidFill>
              </a:rPr>
              <a:t>structured / exact lookup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256032" y="1874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B1F33"/>
                </a:solidFill>
              </a:rPr>
              <a:t>semantic / fuzzy lookup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663440" y="57424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longer retention + governance →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320040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higher need for meaning ↑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828800" y="4526280"/>
            <a:ext cx="114300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6CB0"/>
                </a:solidFill>
              </a:rPr>
              <a:t>Session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B6CB0"/>
                </a:solidFill>
              </a:rPr>
              <a:t>State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4224528"/>
            <a:ext cx="1325880" cy="566928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</a:rPr>
              <a:t>Conversation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</a:rPr>
              <a:t>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86600" y="3566160"/>
            <a:ext cx="1417320" cy="56692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</a:rPr>
              <a:t>Event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</a:rPr>
              <a:t>Case Store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155448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Vector 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Semantic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169164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Config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Prompt Registry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35440" y="4526280"/>
            <a:ext cx="1078992" cy="56692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Audit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</a:rPr>
              <a:t>Log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The key strategy is separation of concern: conversation history is not the same as semantic knowledge; episodic outcomes are not the same as audit logs; prompts/templates are procedural memory.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Sequential agents: memory as controlled handoff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Best for workflows where each agent adds evidence, diagnosis, or approval step by step.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5087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B6CB0"/>
                </a:solidFill>
              </a:rPr>
              <a:t>Intake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2B6CB0"/>
                </a:solidFill>
              </a:rPr>
              <a:t>classify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2B6CB0"/>
                </a:solidFill>
              </a:rPr>
              <a:t>scenario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2240280" y="2267712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</a:rPr>
              <a:t>checkpoint 1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2880360" y="1874520"/>
            <a:ext cx="150876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EA5E9"/>
                </a:solidFill>
              </a:rPr>
              <a:t>Evidence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EA5E9"/>
                </a:solidFill>
              </a:rPr>
              <a:t>collect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EA5E9"/>
                </a:solidFill>
              </a:rPr>
              <a:t>facts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34840" y="2267712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2971800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</a:rPr>
              <a:t>checkpoint 2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5074920" y="1874520"/>
            <a:ext cx="150876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7C3AED"/>
                </a:solidFill>
              </a:rPr>
              <a:t>Diagnosis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7C3AED"/>
                </a:solidFill>
              </a:rPr>
              <a:t>apply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7C3AED"/>
                </a:solidFill>
              </a:rPr>
              <a:t>rules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629400" y="2267712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2971800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</a:rPr>
              <a:t>checkpoint 3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269480" y="1874520"/>
            <a:ext cx="150876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766E"/>
                </a:solidFill>
              </a:rPr>
              <a:t>Draft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F766E"/>
                </a:solidFill>
              </a:rPr>
              <a:t>create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F766E"/>
                </a:solidFill>
              </a:rPr>
              <a:t>commentary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823960" y="2267712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2971800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</a:rPr>
              <a:t>checkpoint 4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9464040" y="1874520"/>
            <a:ext cx="15087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D97706"/>
                </a:solidFill>
              </a:rPr>
              <a:t>Policy / HITL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D97706"/>
                </a:solidFill>
              </a:rPr>
              <a:t>approve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D97706"/>
                </a:solidFill>
              </a:rPr>
              <a:t>or edit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464040" y="2971800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</a:rPr>
              <a:t>checkpoint 5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868680" y="4069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</a:rPr>
              <a:t>Memory writes after each step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4361688"/>
            <a:ext cx="4023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462272"/>
            <a:ext cx="42976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80" dirty="0">
                <a:solidFill>
                  <a:srgbClr val="111827"/>
                </a:solidFill>
              </a:rPr>
              <a:t>store agent output as a typed object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attach evidence references and confidence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record errors, missing data, and tool calls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keep prior steps immutable for audit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172200" y="4069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</a:rPr>
              <a:t>Recommended controls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4361688"/>
            <a:ext cx="4023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4462272"/>
            <a:ext cx="4343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80" dirty="0">
                <a:solidFill>
                  <a:srgbClr val="111827"/>
                </a:solidFill>
              </a:rPr>
              <a:t>explicit state schema between agents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no hidden agent-to-agent context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summarize large history before handoff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policy gate before external draft/finalization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Parallel agents: memory as shared evidence plus isolated workspaces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Best when multiple agents collect or reason over different evidence sources at the same time.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41732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6CB0"/>
                </a:solidFill>
              </a:rPr>
              <a:t>Root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6CB0"/>
                </a:solidFill>
              </a:rPr>
              <a:t>Orchestrator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0" y="1234440"/>
            <a:ext cx="146304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F766E"/>
                </a:solidFill>
              </a:rPr>
              <a:t>Position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F766E"/>
                </a:solidFill>
              </a:rPr>
              <a:t>Agent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2176272" y="3017520"/>
            <a:ext cx="4754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2423160"/>
            <a:ext cx="146304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EA5E9"/>
                </a:solidFill>
              </a:rPr>
              <a:t>Settlement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EA5E9"/>
                </a:solidFill>
              </a:rPr>
              <a:t>Agent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176272" y="3017520"/>
            <a:ext cx="4754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611880"/>
            <a:ext cx="1463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1F33"/>
                </a:solidFill>
              </a:rPr>
              <a:t>Reference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B1F33"/>
                </a:solidFill>
              </a:rPr>
              <a:t>Agent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2176272" y="3017520"/>
            <a:ext cx="475488" cy="8412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4800600"/>
            <a:ext cx="146304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7C3AED"/>
                </a:solidFill>
              </a:rPr>
              <a:t>Trade / Netting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7C3AED"/>
                </a:solidFill>
              </a:rPr>
              <a:t>Agent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2176272" y="3017520"/>
            <a:ext cx="475488" cy="20299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2788920"/>
            <a:ext cx="256032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766E"/>
                </a:solidFill>
              </a:rPr>
              <a:t>Shared Evidence Bundle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b="1" dirty="0">
                <a:solidFill>
                  <a:srgbClr val="0F766E"/>
                </a:solidFill>
              </a:rPr>
              <a:t>normalized facts • timestamps • confidence • exceptions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251960" y="1481328"/>
            <a:ext cx="777240" cy="167335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51960" y="2670048"/>
            <a:ext cx="777240" cy="48463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51960" y="3858768"/>
            <a:ext cx="7772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1960" y="5047488"/>
            <a:ext cx="7772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192024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D97706"/>
                </a:solidFill>
              </a:rPr>
              <a:t>Merge / Conflict Resolver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D97706"/>
                </a:solidFill>
              </a:rPr>
              <a:t>which fact wins?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726680" y="3154680"/>
            <a:ext cx="5486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52760" y="2788920"/>
            <a:ext cx="114300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B6CB0"/>
                </a:solidFill>
              </a:rPr>
              <a:t>Diagnosis + Draft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10332720" y="3154680"/>
            <a:ext cx="228600" cy="0"/>
          </a:xfrm>
          <a:prstGeom prst="line">
            <a:avLst/>
          </a:prstGeom>
          <a:noFill/>
          <a:ln w="19050">
            <a:solidFill>
              <a:srgbClr val="2B6C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715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</a:rPr>
              <a:t>Parallel memory rules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6007608"/>
            <a:ext cx="4572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60533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Each agent writes to its own namespace; only validated, normalized facts flow into the shared evidence bundle.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400800" y="5715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</a:rPr>
              <a:t>Risk to manage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6007608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46520" y="60533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Conflicting timestamps, duplicate facts, stale snapshots, and inconsistent quantities must be resolved before diagnosis.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agents: memory as reasoning trace + observation journal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Best when the agent alternates between reasoning, action, and observation.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41732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7C3AED"/>
                </a:solidFill>
              </a:rPr>
              <a:t>Reason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2971800" y="1508760"/>
            <a:ext cx="141732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B6CB0"/>
                </a:solidFill>
              </a:rPr>
              <a:t>Act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B6CB0"/>
                </a:solidFill>
              </a:rPr>
              <a:t>call tool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5029200" y="1508760"/>
            <a:ext cx="141732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F766E"/>
                </a:solidFill>
              </a:rPr>
              <a:t>Observe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F766E"/>
                </a:solidFill>
              </a:rPr>
              <a:t>result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086600" y="1508760"/>
            <a:ext cx="141732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D97706"/>
                </a:solidFill>
              </a:rPr>
              <a:t>Update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D97706"/>
                </a:solidFill>
              </a:rPr>
              <a:t>state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144000" y="1508760"/>
            <a:ext cx="141732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C2626"/>
                </a:solidFill>
              </a:rPr>
              <a:t>Decide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b="1" dirty="0">
                <a:solidFill>
                  <a:srgbClr val="DC2626"/>
                </a:solidFill>
              </a:rPr>
              <a:t>continue/stop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2423160" y="17830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7830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17830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95360" y="17830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08960" y="2514600"/>
            <a:ext cx="4480560" cy="1143000"/>
          </a:xfrm>
          <a:prstGeom prst="arc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51960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loop until enough evidence or stop condition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68680" y="4389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</a:rPr>
              <a:t>What to persist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681728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782312"/>
            <a:ext cx="466344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80" dirty="0">
                <a:solidFill>
                  <a:srgbClr val="111827"/>
                </a:solidFill>
              </a:rPr>
              <a:t>tool action + input/output summary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observation result and timestamp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reasoning summary, not private chain-of-thought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stop reason and confidence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</a:rPr>
              <a:t>What not to persist blindly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681728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782312"/>
            <a:ext cx="466344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80" dirty="0">
                <a:solidFill>
                  <a:srgbClr val="111827"/>
                </a:solidFill>
              </a:rPr>
              <a:t>raw scratchpad without filtering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sensitive fields outside policy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large duplicated observations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low-value transient context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roadmap: from session memory to governed memory plane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phased path that fits a Google ADK reference implementation.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4173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6CB0"/>
                </a:solidFill>
              </a:rPr>
              <a:t>Phase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60020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B6CB0"/>
                </a:solidFill>
              </a:rPr>
              <a:t>Session memory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6916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ADK/session state, CSV tool results, evidence bundle, human approval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423160" y="238658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1600200"/>
            <a:ext cx="1417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Phase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71800" y="2148840"/>
            <a:ext cx="160020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766E"/>
                </a:solidFill>
              </a:rPr>
              <a:t>Durable run memory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971800" y="2834640"/>
            <a:ext cx="16916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database event store, conversation history, replayable traces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663440" y="238658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600200"/>
            <a:ext cx="1417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Phase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2148840"/>
            <a:ext cx="16002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6A34A"/>
                </a:solidFill>
              </a:rPr>
              <a:t>Semantic memory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16916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pgvector/RAG over SOPs, playbooks, approved commentary examples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903720" y="238658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52360" y="1600200"/>
            <a:ext cx="1417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Phase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52360" y="2148840"/>
            <a:ext cx="160020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C3AED"/>
                </a:solidFill>
              </a:rPr>
              <a:t>MemoryBank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452360" y="2834640"/>
            <a:ext cx="16916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curation, summarization, scoring, retention, reuse across use cases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9144000" y="2386584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92640" y="1600200"/>
            <a:ext cx="1417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Phase 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92640" y="2148840"/>
            <a:ext cx="160020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D97706"/>
                </a:solidFill>
              </a:rPr>
              <a:t>Enterprise control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692640" y="2834640"/>
            <a:ext cx="16916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policy, eval gates, observability, audit, rollback, governance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960120" y="48006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</a:rPr>
              <a:t>Recommended MVP rule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0120" y="509320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5193792"/>
            <a:ext cx="45720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Start simple: store only what is required to explain a decision. Do not implement RAG before the run state, evidence bundle, and approval trace are stable.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48006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</a:rPr>
              <a:t>Future-ready design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5093208"/>
            <a:ext cx="4297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5193792"/>
            <a:ext cx="45720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Keep read/write memory behind a service interface so session memory can evolve into database memory, vector memory, and MCP-backed tool memory without changing agent logic.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09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and observability for memory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Memory quality must be measured, not assumed.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</a:rPr>
              <a:t>Memory evaluation checks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618488"/>
            <a:ext cx="4480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Retrieval relevance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Did memory help the task?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374904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Grounding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Are claims tied to evidence?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914400" y="2916936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Staleness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Was outdated memory ignored?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914400" y="3483864"/>
            <a:ext cx="374904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Scope control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Was only allowed memory used?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914400" y="4050792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Write quality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0B1F33"/>
                </a:solidFill>
              </a:rPr>
              <a:t>Did the system save useful outcomes?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6492240" y="1325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</a:rPr>
              <a:t>Observability trace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618488"/>
            <a:ext cx="4206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1783080"/>
            <a:ext cx="43891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30" dirty="0">
                <a:solidFill>
                  <a:srgbClr val="111827"/>
                </a:solidFill>
              </a:rPr>
              <a:t>run_id, session_id, workflow version</a:t>
            </a:r>
            <a:endParaRPr lang="en-US" sz="1030" dirty="0"/>
          </a:p>
          <a:p>
            <a:r>
              <a:rPr lang="en-US" sz="1030" dirty="0">
                <a:solidFill>
                  <a:srgbClr val="111827"/>
                </a:solidFill>
              </a:rPr>
              <a:t>memory reads and write decisions</a:t>
            </a:r>
            <a:endParaRPr lang="en-US" sz="1030" dirty="0"/>
          </a:p>
          <a:p>
            <a:r>
              <a:rPr lang="en-US" sz="1030" dirty="0">
                <a:solidFill>
                  <a:srgbClr val="111827"/>
                </a:solidFill>
              </a:rPr>
              <a:t>tool calls and evidence bundle</a:t>
            </a:r>
            <a:endParaRPr lang="en-US" sz="1030" dirty="0"/>
          </a:p>
          <a:p>
            <a:r>
              <a:rPr lang="en-US" sz="1030" dirty="0">
                <a:solidFill>
                  <a:srgbClr val="111827"/>
                </a:solidFill>
              </a:rPr>
              <a:t>draft, policy result, approval outcome</a:t>
            </a:r>
            <a:endParaRPr lang="en-US" sz="1030" dirty="0"/>
          </a:p>
          <a:p>
            <a:r>
              <a:rPr lang="en-US" sz="1030" dirty="0">
                <a:solidFill>
                  <a:srgbClr val="111827"/>
                </a:solidFill>
              </a:rPr>
              <a:t>latency, token cost, error rate, override rate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777240" y="507492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</a:rPr>
              <a:t>Sample memory scorecard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367528"/>
            <a:ext cx="9966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532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B1F33"/>
                </a:solidFill>
              </a:rPr>
              <a:t>Relevance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14400" y="5806440"/>
            <a:ext cx="150876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5806440"/>
            <a:ext cx="1297534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84832" y="5513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6A34A"/>
                </a:solidFill>
              </a:rPr>
              <a:t>86%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063240" y="5532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B1F33"/>
                </a:solidFill>
              </a:rPr>
              <a:t>Grounding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063240" y="5806440"/>
            <a:ext cx="150876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063240" y="5806440"/>
            <a:ext cx="1388059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33672" y="5513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6A34A"/>
                </a:solidFill>
              </a:rPr>
              <a:t>92%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212080" y="5532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B1F33"/>
                </a:solidFill>
              </a:rPr>
              <a:t>Freshness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212080" y="5806440"/>
            <a:ext cx="150876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12080" y="5806440"/>
            <a:ext cx="1176833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82512" y="5513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D97706"/>
                </a:solidFill>
              </a:rPr>
              <a:t>78%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360920" y="5532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B1F33"/>
                </a:solidFill>
              </a:rPr>
              <a:t>Policy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360920" y="5806440"/>
            <a:ext cx="150876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60920" y="5806440"/>
            <a:ext cx="1463497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31352" y="5513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6A34A"/>
                </a:solidFill>
              </a:rPr>
              <a:t>97%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509760" y="5532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B1F33"/>
                </a:solidFill>
              </a:rPr>
              <a:t>Reuse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9509760" y="5806440"/>
            <a:ext cx="150876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0" y="5806440"/>
            <a:ext cx="935431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680192" y="5513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DC2626"/>
                </a:solidFill>
              </a:rPr>
              <a:t>62%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Memory Strategy for Agents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10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1267</Words>
  <Application>Microsoft Macintosh PowerPoint</Application>
  <PresentationFormat>Widescreen</PresentationFormat>
  <Paragraphs>292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Strategy for AI Agents</dc:title>
  <dc:subject>Memory Strategy for AI Agents</dc:subject>
  <dc:creator>OpenAI</dc:creator>
  <cp:lastModifiedBy>OMSA Class</cp:lastModifiedBy>
  <cp:revision>2</cp:revision>
  <dcterms:created xsi:type="dcterms:W3CDTF">2026-05-26T15:21:06Z</dcterms:created>
  <dcterms:modified xsi:type="dcterms:W3CDTF">2026-05-26T15:25:00Z</dcterms:modified>
</cp:coreProperties>
</file>