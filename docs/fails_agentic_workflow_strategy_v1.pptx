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979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Fails Use Case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Making “agentic workflow” concrete for senior managers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0352" y="213969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1D5DB"/>
                </a:solidFill>
              </a:rPr>
              <a:t>A governed agent loop that investigates settlement fails, grounds commentary in system data, and keeps human approval before outbound email.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566160" y="3858768"/>
            <a:ext cx="804672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543800" y="3858768"/>
            <a:ext cx="804672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40080" y="3246120"/>
            <a:ext cx="2926080" cy="1234440"/>
          </a:xfrm>
          <a:prstGeom prst="rect">
            <a:avLst/>
          </a:prstGeom>
          <a:solidFill>
            <a:srgbClr val="12314F"/>
          </a:solidFill>
          <a:ln w="12700">
            <a:solidFill>
              <a:srgbClr val="2B6CB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AUGMENTED LLM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LLM call + tools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for: one-shot tasks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17720" y="3246120"/>
            <a:ext cx="2926080" cy="1234440"/>
          </a:xfrm>
          <a:prstGeom prst="rect">
            <a:avLst/>
          </a:prstGeom>
          <a:solidFill>
            <a:srgbClr val="12314F"/>
          </a:solidFill>
          <a:ln w="12700">
            <a:solidFill>
              <a:srgbClr val="2B6CB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steps controlled by code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for: known pipelines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0" y="3246120"/>
            <a:ext cx="2926080" cy="1234440"/>
          </a:xfrm>
          <a:prstGeom prst="rect">
            <a:avLst/>
          </a:prstGeom>
          <a:solidFill>
            <a:srgbClr val="12314F"/>
          </a:solidFill>
          <a:ln w="25400">
            <a:solidFill>
              <a:srgbClr val="1B998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Open-ended, bounded loop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tools based on case facts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5166360"/>
            <a:ext cx="1417320" cy="2834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Strategic takeaway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5074920"/>
            <a:ext cx="8915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 with a deterministic workflow. Make only the investigation/commentary step agentic when the path depends on the trade, CUSIP, desk, and shortage context.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48840" y="5715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Senior manager framing: predictable process outside; tool-using reasoning loop inside.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 |  Agent vs augmented LLM vs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7498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Use the simplest thing that works — pay the “agent tax” only where the next step depends on evidence.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Agentic AI forum prep  |  Fails use case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260604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Augmented LLM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1261872"/>
            <a:ext cx="260604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C4E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26480" y="1261872"/>
            <a:ext cx="2606040" cy="685800"/>
          </a:xfrm>
          <a:prstGeom prst="rect">
            <a:avLst/>
          </a:prstGeom>
          <a:solidFill>
            <a:srgbClr val="D1FAE5"/>
          </a:solidFill>
          <a:ln w="25400">
            <a:solidFill>
              <a:srgbClr val="1B99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but open-ended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15400" y="1261872"/>
            <a:ext cx="2606040" cy="68580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Fails implication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should build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3258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12140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Trivial: one call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49040" y="212140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Hardcoded by code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577840" y="2121408"/>
            <a:ext cx="2057400" cy="530352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Decided by model loop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26680" y="2121408"/>
            <a:ext cx="333756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controls gates; agent handles investigation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852928"/>
            <a:ext cx="13258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85292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helper call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49040" y="285292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called by step logic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577840" y="2852928"/>
            <a:ext cx="2057400" cy="530352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chooses tools + observes results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26680" y="2852928"/>
            <a:ext cx="333756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5 APIs as governed tools/MCP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584448"/>
            <a:ext cx="13258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358444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high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49040" y="358444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77840" y="3584448"/>
            <a:ext cx="2057400" cy="530352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— but traceable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26680" y="3584448"/>
            <a:ext cx="333756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max steps, allowed tools, audit trace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4315968"/>
            <a:ext cx="13258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20240" y="43159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one-shot need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49040" y="43159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we can decompose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577840" y="4315968"/>
            <a:ext cx="2057400" cy="530352"/>
          </a:xfrm>
          <a:prstGeom prst="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whose path varies by case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26680" y="4315968"/>
            <a:ext cx="3337560" cy="53035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Fails vary by CUSIP, desk, FTD/FTR pattern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solidFill>
            <a:srgbClr val="E0F2F1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4132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F46"/>
                </a:solidFill>
              </a:rPr>
              <a:t>Definition to align 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77240" y="568756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An agent is an LLM-driven loop that decides the next action, calls one or more tools, observes results, and stops when the goal is met. Workflows can contain agents, but fixed sequential/parallel workflows are not agents by themselves.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 |  Architecture pattern: governed agentic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7498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The root workflow stays deterministic; the LLM agent loop is bounded, observable, and tool-governed.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Agentic AI forum prep  |  Fails use case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86200" y="1783080"/>
            <a:ext cx="868680" cy="64008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74920" y="2880360"/>
            <a:ext cx="0" cy="146304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77640" y="4800600"/>
            <a:ext cx="0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20240" y="4343400"/>
            <a:ext cx="0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2331720"/>
            <a:ext cx="777240" cy="0"/>
          </a:xfrm>
          <a:prstGeom prst="line">
            <a:avLst/>
          </a:prstGeom>
          <a:noFill/>
          <a:ln w="2032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34640" y="1325880"/>
            <a:ext cx="14173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C4E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facts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14173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B99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4389120"/>
            <a:ext cx="14173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4389120"/>
            <a:ext cx="14173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5B3CC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240280"/>
            <a:ext cx="14173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continue/stop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95728" y="312724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</a:rPr>
              <a:t>Agent loop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3493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</a:rPr>
              <a:t>bounded by max steps, tool allow-list, and callbacks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12618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C4E80"/>
                </a:solidFill>
              </a:rPr>
              <a:t>Architecture committee framing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1572768"/>
            <a:ext cx="46634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Goal-directed planning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DTCC 274, FTD/FTR, positions, desk mapping; select investigation path by CUSIP/trade.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0" y="2514600"/>
            <a:ext cx="46634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Tool invocation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specialized APIs/tools for settlement, positions, reference data, matching and commentary evidence.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83680" y="3456432"/>
            <a:ext cx="46634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State change with controls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Publishes commentary, prepares email drafts, routes to QMA only after human approval.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470916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48646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F46"/>
                </a:solidFill>
              </a:rPr>
              <a:t>Controls that make it enterprise-safe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84848" y="5175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0B1F33"/>
                </a:solidFill>
              </a:rPr>
              <a:t>Tool registry/MCP allow-list  •  human-in-the-loop approval  •  event trace  •  evals for factuality and tool choice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 |  Fails use case: where the agent is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38912" y="74980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Deterministic flow outside; bounded agent loop inside for CUSIP/trade evidence and grounded commentary.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Agentic AI forum prep  |  Fails use case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112928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435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B7280"/>
                </a:solidFill>
              </a:rPr>
              <a:t>ATM UI / User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11480" y="2542032"/>
            <a:ext cx="112928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6151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B7280"/>
                </a:solidFill>
              </a:rPr>
              <a:t>EDGE Agent Runtime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1480" y="3913632"/>
            <a:ext cx="112928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986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B7280"/>
                </a:solidFill>
              </a:rPr>
              <a:t>Tools / APIs / MCP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11480" y="5285232"/>
            <a:ext cx="112928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5358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6B7280"/>
                </a:solidFill>
              </a:rPr>
              <a:t>Kafka / ATM / QMA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11480" y="6492240"/>
            <a:ext cx="112928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2032" y="1819656"/>
            <a:ext cx="265176" cy="13716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53712" y="3218688"/>
            <a:ext cx="182880" cy="13716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29400" y="4590288"/>
            <a:ext cx="301752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55280" y="4224528"/>
            <a:ext cx="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39712" y="3218688"/>
            <a:ext cx="612648" cy="274320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35440" y="5961888"/>
            <a:ext cx="301752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469880" y="2258568"/>
            <a:ext cx="0" cy="329184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14400" y="1481328"/>
            <a:ext cx="1600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C4E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triggers workflow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ATM UI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852928"/>
            <a:ext cx="1691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C4E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agent receives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set + context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4224528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FTD trades, FTR qty,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 mapping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4224528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B99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5 APIs as tools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positions, refs, settlement evidence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852928"/>
            <a:ext cx="2057400" cy="749808"/>
          </a:xfrm>
          <a:prstGeom prst="rect">
            <a:avLst/>
          </a:prstGeom>
          <a:solidFill>
            <a:srgbClr val="ECFDF5"/>
          </a:solidFill>
          <a:ln w="25400">
            <a:solidFill>
              <a:srgbClr val="1B998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CUSIP commentary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trade-level commentary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5596128"/>
            <a:ext cx="1737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commentary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display in ATM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55480" y="1481328"/>
            <a:ext cx="1783080" cy="749808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approves/rejects;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email draft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55480" y="5596128"/>
            <a:ext cx="1783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email per desk/CUSIP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QMA send after approval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94560" y="102412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1F33"/>
                </a:solidFill>
              </a:rPr>
              <a:t>Agentic boundary: dynamic evidence/API tool use + grounded commentary; deterministic boundary: UI trigger, approval, Kafka/QMA publishing, audit.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Macintosh PowerPoint</Application>
  <PresentationFormat>Widescreen</PresentationFormat>
  <Paragraphs>111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Fails Use Case: Agentic Workflow Strategy</dc:title>
  <dc:subject>Fails use case agentic workflow strategy</dc:subject>
  <dc:creator>OpenAI</dc:creator>
  <cp:lastModifiedBy>OMSA Class</cp:lastModifiedBy>
  <cp:revision>2</cp:revision>
  <dcterms:created xsi:type="dcterms:W3CDTF">2026-06-22T01:37:30Z</dcterms:created>
  <dcterms:modified xsi:type="dcterms:W3CDTF">2026-06-22T01:40:02Z</dcterms:modified>
</cp:coreProperties>
</file>