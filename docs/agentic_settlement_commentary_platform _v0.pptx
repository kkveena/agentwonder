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58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Agentic AI for Settlement Fail Commentary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4447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F6B7A"/>
                </a:solidFill>
              </a:rPr>
              <a:t>Semi-automating factual QMA commentary generation with human-in-the-loop controls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Settlement fail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(T+1 / T+2)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19272" y="3127248"/>
            <a:ext cx="274320" cy="0"/>
          </a:xfrm>
          <a:prstGeom prst="line">
            <a:avLst/>
          </a:prstGeom>
          <a:noFill/>
          <a:ln w="1524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11880" y="2743200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Agentic diagnosis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positions + settlement + reference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62472" y="3127248"/>
            <a:ext cx="274320" cy="0"/>
          </a:xfrm>
          <a:prstGeom prst="line">
            <a:avLst/>
          </a:prstGeom>
          <a:noFill/>
          <a:ln w="1524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2743200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Draft factual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commentary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05672" y="3127248"/>
            <a:ext cx="274320" cy="0"/>
          </a:xfrm>
          <a:prstGeom prst="line">
            <a:avLst/>
          </a:prstGeom>
          <a:noFill/>
          <a:ln w="1524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98280" y="2743200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Human approval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via QMA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64AA"/>
                </a:solidFill>
              </a:rPr>
              <a:t>Target outcome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5010912"/>
            <a:ext cx="101498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Reduce manual data gathering while preserving operational accountability, factual evidence, auditability, and maker-checker approval.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CURRENT STATE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Current process: operations analysts assemble commentary manually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60020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417320"/>
            <a:ext cx="288036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investigation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256032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Commentary drafting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0" y="1417320"/>
            <a:ext cx="182880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QMA interaction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0" y="1417320"/>
            <a:ext cx="132588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/ follow-up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Fail identified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Firm short / counterparty fail / reject / netting mismatch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97480" y="2240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Open multiple systems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positions, settlement, reference, trade, inventory, counterparty status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0" y="224028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Compose factual 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using business rules and commentary templates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58200" y="224028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Send / respond through QMA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operations email queue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59568" y="2240280"/>
            <a:ext cx="1444752" cy="960120"/>
          </a:xfrm>
          <a:prstGeom prst="roundRect">
            <a:avLst>
              <a:gd name="adj" fmla="val 5714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11827"/>
                </a:solidFill>
              </a:rPr>
              <a:t>Record evidence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11827"/>
                </a:solidFill>
              </a:rPr>
              <a:t>status, reason, timestamp, decision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496312" y="2724912"/>
            <a:ext cx="155448" cy="0"/>
          </a:xfrm>
          <a:prstGeom prst="line">
            <a:avLst/>
          </a:prstGeom>
          <a:noFill/>
          <a:ln w="1397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58968" y="2724912"/>
            <a:ext cx="155448" cy="0"/>
          </a:xfrm>
          <a:prstGeom prst="line">
            <a:avLst/>
          </a:prstGeom>
          <a:noFill/>
          <a:ln w="1397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02168" y="2724912"/>
            <a:ext cx="155448" cy="0"/>
          </a:xfrm>
          <a:prstGeom prst="line">
            <a:avLst/>
          </a:prstGeom>
          <a:noFill/>
          <a:ln w="1397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76688" y="2724912"/>
            <a:ext cx="155448" cy="0"/>
          </a:xfrm>
          <a:prstGeom prst="line">
            <a:avLst/>
          </a:prstGeom>
          <a:noFill/>
          <a:ln w="1397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1325880" cy="310896"/>
          </a:xfrm>
          <a:prstGeom prst="rect">
            <a:avLst/>
          </a:prstGeom>
          <a:solidFill>
            <a:srgbClr val="C45A1D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Pain 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Manual swivel-chair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Analyst must collect facts from multiple tools before responding.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44348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Inconsistent commentary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Template interpretation and evidence formatting varies by analyst.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44348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Limited observability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Hard to measure factuality, reason codes, latency, and rework.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2560" y="44348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Control risk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External-facing text requires evidence, approvals, and audit trail.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AI PATTERN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Why an agentic pattern fits settlement commentary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0" cy="4114800"/>
          </a:xfrm>
          <a:prstGeom prst="line">
            <a:avLst/>
          </a:prstGeom>
          <a:noFill/>
          <a:ln w="1524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5669280"/>
            <a:ext cx="0" cy="228600"/>
          </a:xfrm>
          <a:prstGeom prst="line">
            <a:avLst/>
          </a:prstGeom>
          <a:noFill/>
          <a:ln w="1524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5925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B7A"/>
                </a:solidFill>
              </a:rPr>
              <a:t>autonomy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34440" y="1161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6DCE3"/>
                </a:solidFill>
              </a:rPr>
              <a:t>Prompting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627632"/>
            <a:ext cx="32004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37160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LLM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0" y="1627632"/>
            <a:ext cx="32004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15968" y="14173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2E8FF"/>
          </a:solidFill>
          <a:ln>
            <a:solidFill>
              <a:srgbClr val="F2E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CBF"/>
                </a:solidFill>
              </a:rPr>
              <a:t>Answer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68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LLM answers from prompt only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234440" y="23591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Fixed AI pipeline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34440" y="278892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999232"/>
            <a:ext cx="32004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97480" y="262432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Step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Search / retrieval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2999232"/>
            <a:ext cx="32004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2532888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Step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Reasoning LLM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Memory • Tools • Planning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0608" y="2999232"/>
            <a:ext cx="329184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0" y="27889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2E8FF"/>
          </a:solidFill>
          <a:ln>
            <a:solidFill>
              <a:srgbClr val="F2E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CBF"/>
                </a:solidFill>
              </a:rPr>
              <a:t>Answer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Vector search + deterministic steps + reasoning LLM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234440" y="39136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Agentic workflow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34440" y="4343400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Prompt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4553712"/>
            <a:ext cx="32004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97480" y="417880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Reasoning 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Memory • Tools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4553712"/>
            <a:ext cx="27432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434340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Plan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4553712"/>
            <a:ext cx="27432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43434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Action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4553712"/>
            <a:ext cx="27432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53528" y="434340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2E8FF"/>
          </a:solidFill>
          <a:ln>
            <a:solidFill>
              <a:srgbClr val="F2E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CBF"/>
                </a:solidFill>
              </a:rPr>
              <a:t>Draft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9776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6A4F"/>
                </a:solidFill>
              </a:rPr>
              <a:t>update plan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00684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Reasoning LLM plans, calls tools, updates state, asks for approval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1417320" y="5559552"/>
            <a:ext cx="9784080" cy="502920"/>
          </a:xfrm>
          <a:prstGeom prst="rect">
            <a:avLst/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Settlement commentary needs the bottom pattern: factual evidence gathering, business-rule reasoning, template drafting, and human approval before external communication.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USE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Reference use case: firm is short on free inventory for delivery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2057400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Trigger condition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3657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 matched delivery instruction is pending settlement and the firm does not have sufficient free inventory by settlement date.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816352"/>
            <a:ext cx="2240280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must determine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3310128"/>
            <a:ext cx="3840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</a:rPr>
              <a:t>Is the delivery obligation confirmed?
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What is free vs encumbered inventory?
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Are incoming receives expected to cover the short?
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Is realignment or release action required?
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What factual commentary should be sent through QMA?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Settlement fail commentary scenarios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901952"/>
            <a:ext cx="640080" cy="384048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UC-01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23560" y="1901952"/>
            <a:ext cx="507492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Firm Short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</a:rPr>
              <a:t>Free inventory &lt; delivery obligation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892040" y="2468880"/>
            <a:ext cx="64008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UC-02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23560" y="246888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Counterparty Short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Matched receive pending due to counterparty fail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892040" y="3035808"/>
            <a:ext cx="64008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UC-03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23560" y="3035808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Counterparty Reject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Rejected / cancelled / unalleged instruction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892040" y="3602736"/>
            <a:ext cx="64008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UC-04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23560" y="3602736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Intercompany Dependency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Firm delivery depends on incoming intercompany receive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892040" y="4169664"/>
            <a:ext cx="64008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UC-05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23560" y="4169664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Netting Mismatch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</a:rPr>
              <a:t>Counterparty nets while firm holds gross trades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892040" y="4983480"/>
            <a:ext cx="155448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implication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5422392"/>
            <a:ext cx="5760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The platform should not hard-code one scenario. It should support reusable templates: trigger → data evidence → reasoning rules → commentary → approval → audit.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AGENTIC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Target workflow: semi-automatic commentary with human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2364AA"/>
          </a:solidFill>
          <a:ln>
            <a:solidFill>
              <a:srgbClr val="2364A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3272" y="182880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Intake Agent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classify fail scenario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extract instruction context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2715768" y="228600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17830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>
            <a:solidFill>
              <a:srgbClr val="2D6A4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73552" y="182880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Evidence Agent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collect positions, settlement, reference data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956048" y="228600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C45A1D"/>
          </a:solidFill>
          <a:ln>
            <a:solidFill>
              <a:srgbClr val="C45A1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13832" y="182880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Diagnosis Agent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apply business rules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select reason code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196328" y="228600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17830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7B2CBF"/>
          </a:solidFill>
          <a:ln>
            <a:solidFill>
              <a:srgbClr val="7B2C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54112" y="182880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Commentary Agent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draft factual QMA text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with evidence anchors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9436608" y="228600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0" y="17830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B42318"/>
          </a:solidFill>
          <a:ln>
            <a:solidFill>
              <a:srgbClr val="B4231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94392" y="182880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Policy Agent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validate, redact, route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111827"/>
                </a:solidFill>
              </a:rPr>
              <a:t>for human approval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092440" y="3858768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Human analyst reviews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edits / approves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0" y="385876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QMA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operations email queue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39528" y="4215384"/>
            <a:ext cx="100584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64040" y="2834640"/>
            <a:ext cx="0" cy="969264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52760" y="4645152"/>
            <a:ext cx="0" cy="841248"/>
          </a:xfrm>
          <a:prstGeom prst="line">
            <a:avLst/>
          </a:prstGeom>
          <a:noFill/>
          <a:ln w="13970">
            <a:solidFill>
              <a:srgbClr val="2D6A4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652760" y="5486400"/>
            <a:ext cx="0" cy="0"/>
          </a:xfrm>
          <a:prstGeom prst="line">
            <a:avLst/>
          </a:prstGeom>
          <a:noFill/>
          <a:ln w="13970">
            <a:solidFill>
              <a:srgbClr val="2D6A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5559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approval feedback updates case memory and eval dataset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931920"/>
            <a:ext cx="1417320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Non-negotiables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617220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System drafts; human approves before external send
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Every statement links to retrieved evidence
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No named enterprise systems exposed in generated commentary
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Policy, entitlement, and audit checks run before handoff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PLATFORM BLUEPRINT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Five-plane platform architecture around Google ADK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60520" y="278892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Google ADK Runtime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agent execution • workflow orchestration • sessions • tools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User Plane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PM / Sr Dev use-case intake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workflow designer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templates &amp; approvals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343400" y="141732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Development Plane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YAML spec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schema validation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ADK compiler + tests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138160" y="141732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MCP Plane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governed tool catalog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MCP servers / clients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auth + schema contracts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417320" y="452628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Memory Plane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session + run state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case memory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RAG knowledge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766560" y="452628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Control Plane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policy • evals • audit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observability • model registry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maker-checker governance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584448" y="1956816"/>
            <a:ext cx="557784" cy="1060704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2542032"/>
            <a:ext cx="0" cy="22860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19872" y="1956816"/>
            <a:ext cx="0" cy="1060704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4526280"/>
            <a:ext cx="59436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4526280"/>
            <a:ext cx="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5989320"/>
            <a:ext cx="9921240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Principle: UI and YAML define the use case; ADK executes the workflow; MCP tools retrieve facts; Memory stores evidence; Control Plane validates and audits.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MCP PLANE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Tool layer: generic enterprise facts, not hard-coded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Position Tool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free vs pledged vs segregated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account / security / location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2880360" y="15087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Settlement Tool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delivery / receive status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matched, pending, rejected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5166360" y="15087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Reference Data Tool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security, account, counterparty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market and settlement attributes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7452360" y="15087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Trade / Netting Tool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gross vs netted trades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quantity and economics checks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9738360" y="15087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QMA Draft Tool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create draft commentary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queue for human review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2834640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 MCP tool contract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11430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Ownership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993392" y="342900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</a:rPr>
              <a:t>business owner + technology owner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11430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Schema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993392" y="384048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</a:rPr>
              <a:t>typed input / output, validation rules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11430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Security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993392" y="425196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</a:rPr>
              <a:t>auth, entitlements, masking, rate limits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11430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Runtime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993392" y="466344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</a:rPr>
              <a:t>timeout, retry, fallback, idempotency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77240" y="5074920"/>
            <a:ext cx="1143000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Audit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993392" y="507492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</a:rPr>
              <a:t>call trace, evidence hash, error reason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080760" y="2880360"/>
            <a:ext cx="242316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Commentary must be factual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456432"/>
            <a:ext cx="5074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Each sentence in the draft should be traceable to one or more tool results. The system should prefer “insufficient evidence” over speculative commentary.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80760" y="4434840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Evidence Bundle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run_id • tool_call_id • source timestamp • retrieved value • confidence • exception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DRAFTING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Commentary generation: template + evidence + control gates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Business template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Reason-specific QMA language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Firm short / receive pending / reject / netting mismatch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60520" y="15087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Evidence injection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Populate only verified facts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CUSIP/security, quantity, location, status, timestamp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43800" y="15087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Control gates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PII masking, entitlement check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</a:rPr>
              <a:t>policy rules, human approval, audit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1965960"/>
            <a:ext cx="301752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78040" y="1965960"/>
            <a:ext cx="301752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468880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Illustrative generated draft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571500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Draft: Delivery pending due to insufficient free inventory for [Security]. Current free position is below pending delivery quantity. Incoming receives have not yet covered the shortfall. Desk action required: confirm cover / realignment instruction.</a:t>
            </a:r>
            <a:endParaRPr lang="en-US" sz="1220" dirty="0"/>
          </a:p>
          <a:p>
            <a:pPr marL="0" indent="0" algn="l">
              <a:buNone/>
            </a:pP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Evidence: position snapshot, settlement status, receive status, timestamp, rule applied.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086600" y="2971800"/>
            <a:ext cx="292608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Human-in-the-loop checkpoints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14032" y="3520440"/>
            <a:ext cx="39776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Analyst reviews draft inside workflow
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Checker approval required for material impact or low confidence
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QMA send remains a human-controlled step in MVP
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Approvals and edits become supervised feedback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5559552"/>
            <a:ext cx="9784080" cy="402336"/>
          </a:xfrm>
          <a:prstGeom prst="rect">
            <a:avLst/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Design rule: The agent recommends and drafts; operations remains accountable for external counterparty communication.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CONTROL PLANE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Evaluation and observability must be designed in from day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Factuality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Every claim grounded in retrieved evidence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no unsupported numbers or status claims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Business correctness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Correct reason code, action, template, and settlement interpretation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Policy compliance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No restricted fields, correct approval path, entitlement checks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052560" y="15087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Operational quality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Latency, cost, tool failure rate, rework, analyst override rate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645920" cy="320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Golden cases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historical fails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expected reason / action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880360" y="4169664"/>
            <a:ext cx="155448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382219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Tool trace check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did agent call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right evidence tools?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120640" y="4169664"/>
            <a:ext cx="155448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382219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Draft judge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factuality + policy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LLM-as-judge + rules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60920" y="4169664"/>
            <a:ext cx="155448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382219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Human feedback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approve / edit / reject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becomes training signal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601200" y="4169664"/>
            <a:ext cx="155448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38360" y="3822192"/>
            <a:ext cx="1965960" cy="713232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Release gate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score threshold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regression suite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2011680" cy="320040"/>
          </a:xfrm>
          <a:prstGeom prst="rect">
            <a:avLst/>
          </a:prstGeom>
          <a:solidFill>
            <a:srgbClr val="2364AA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Required runtime trace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5266944"/>
            <a:ext cx="8183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run_id • user • workflow version • prompt version • model • tool calls • evidence bundle • draft • policy decisions • approvals • final QMA outcome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364AA"/>
                </a:solidFill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Phased delivery plan: from reference workflow to reusable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0"/>
          </a:xfrm>
          <a:prstGeom prst="line">
            <a:avLst/>
          </a:prstGeom>
          <a:noFill/>
          <a:ln w="381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Phase 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Design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Use-case spec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plane architecture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security assumptions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34056" y="214884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98648" y="160020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Phase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MVP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Firm short workflow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3–5 MCP tools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HITL QMA draft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38344" y="214884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02936" y="160020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EAF7F0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Phase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Scale patterns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Add receive fail, reject, intercompany, netting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shared templates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42632" y="214884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07224" y="160020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1E8"/>
          </a:solidFill>
          <a:ln w="12700">
            <a:solidFill>
              <a:srgbClr val="C45A1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Phase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Enterprise controls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eval gates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observability 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audit replay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46920" y="2148840"/>
            <a:ext cx="182880" cy="0"/>
          </a:xfrm>
          <a:prstGeom prst="line">
            <a:avLst/>
          </a:prstGeom>
          <a:noFill/>
          <a:ln w="12700">
            <a:solidFill>
              <a:srgbClr val="A7B0B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11512" y="160020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2E8FF"/>
          </a:solidFill>
          <a:ln w="12700">
            <a:solidFill>
              <a:srgbClr val="7B2C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Phase 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Self-service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User Plane workflow builder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controlled deployment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reusable catalog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2057400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MVP backlog by plane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30752"/>
            <a:ext cx="1234440" cy="320040"/>
          </a:xfrm>
          <a:prstGeom prst="rect">
            <a:avLst/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Development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3730752"/>
            <a:ext cx="9006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11827"/>
                </a:solidFill>
              </a:rPr>
              <a:t>YAML spec, schema validation, ADK compiler, notebook smoke tests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731520" y="4169664"/>
            <a:ext cx="123444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MCP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4169664"/>
            <a:ext cx="9006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11827"/>
                </a:solidFill>
              </a:rPr>
              <a:t>generic tools: position, settlement, reference, trade/netting, QMA draft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31520" y="4608576"/>
            <a:ext cx="1234440" cy="320040"/>
          </a:xfrm>
          <a:prstGeom prst="rect">
            <a:avLst/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Memory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4608576"/>
            <a:ext cx="9006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11827"/>
                </a:solidFill>
              </a:rPr>
              <a:t>session/run state, evidence bundle, case history, SOP RAG collection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731520" y="5047488"/>
            <a:ext cx="123444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Control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57400" y="5047488"/>
            <a:ext cx="9006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11827"/>
                </a:solidFill>
              </a:rPr>
              <a:t>policy registry, eval harness, audit trace, observability metrics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731520" y="5486400"/>
            <a:ext cx="1234440" cy="320040"/>
          </a:xfrm>
          <a:prstGeom prst="rect">
            <a:avLst/>
          </a:prstGeom>
          <a:solidFill>
            <a:srgbClr val="EAF2FF"/>
          </a:solidFill>
          <a:ln w="12700">
            <a:solidFill>
              <a:srgbClr val="2364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User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7400" y="5486400"/>
            <a:ext cx="9006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11827"/>
                </a:solidFill>
              </a:rPr>
              <a:t>use-case intake, template selection, draft review/approval screen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731520" y="5989320"/>
            <a:ext cx="164592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Success criteria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6007608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 new settlement commentary scenario can be configured through spec + tools + policy + evals, then executed by ADK with human approval and full audit trace.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Settlement Commentary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49240" y="6519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Use Only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5196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1401</Words>
  <Application>Microsoft Macintosh PowerPoint</Application>
  <PresentationFormat>Widescreen</PresentationFormat>
  <Paragraphs>310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Settlement Fail Commentary</dc:title>
  <dc:subject>Agentic AI settlement commentary platform</dc:subject>
  <dc:creator>OpenAI</dc:creator>
  <cp:lastModifiedBy>OMSA Class</cp:lastModifiedBy>
  <cp:revision>2</cp:revision>
  <dcterms:created xsi:type="dcterms:W3CDTF">2026-05-10T04:01:45Z</dcterms:created>
  <dcterms:modified xsi:type="dcterms:W3CDTF">2026-05-10T04:17:05Z</dcterms:modified>
</cp:coreProperties>
</file>